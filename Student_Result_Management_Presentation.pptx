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2" r:id="rId1"/>
  </p:sldMasterIdLst>
  <p:sldIdLst>
    <p:sldId id="256" r:id="rId2"/>
    <p:sldId id="259" r:id="rId3"/>
    <p:sldId id="257" r:id="rId4"/>
    <p:sldId id="258" r:id="rId5"/>
    <p:sldId id="265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85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73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7030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69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481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791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34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3709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36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9780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19391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130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860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03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49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393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43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Student Result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Built with HTML, CSS, JS, PHP, MySQL</a:t>
            </a:r>
          </a:p>
          <a:p>
            <a:r>
              <a:rPr lang="en-IN" dirty="0"/>
              <a:t>Vijaya K</a:t>
            </a:r>
            <a:r>
              <a:rPr dirty="0"/>
              <a:t> | </a:t>
            </a:r>
            <a:r>
              <a:rPr lang="en-IN" dirty="0"/>
              <a:t>21-May-25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Frontend: HTML, CSS, JavaScript</a:t>
            </a:r>
          </a:p>
          <a:p>
            <a:r>
              <a:rPr dirty="0"/>
              <a:t>Backend: PHP</a:t>
            </a:r>
          </a:p>
          <a:p>
            <a:r>
              <a:rPr dirty="0"/>
              <a:t>Database: MySQL</a:t>
            </a:r>
          </a:p>
          <a:p>
            <a:r>
              <a:rPr dirty="0"/>
              <a:t>Tools: XAMPP, phpMyAdmin, VS Code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Modules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110438"/>
              </p:ext>
            </p:extLst>
          </p:nvPr>
        </p:nvGraphicFramePr>
        <p:xfrm>
          <a:off x="-1" y="2103120"/>
          <a:ext cx="9144002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dirty="0"/>
                        <a:t>Module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Admin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Secure login for admin users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Admin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Central panel to manage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Add 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 student records including class &amp; email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Add 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Input subject-wise marks for each student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lang="en-IN" dirty="0"/>
                        <a:t>View/Edit/Delete Student</a:t>
                      </a:r>
                      <a:endParaRPr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Admin can view a list of all students, update their details, or delete their record permanently</a:t>
                      </a:r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236521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dirty="0"/>
                        <a:t>View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View and search results by 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dirty="0"/>
                        <a:t>Student 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Allow new students to register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Student Login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Students login using roll number/password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Student View 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Students view their own results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t>Logout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dirty="0"/>
                        <a:t>log out from the system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Visual Flow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Admin: Login → Dashboard → Add Student/Marks →</a:t>
            </a:r>
            <a:r>
              <a:rPr lang="en-IN" dirty="0"/>
              <a:t>View/Edit/Delete Student → </a:t>
            </a:r>
            <a:r>
              <a:rPr dirty="0"/>
              <a:t> View Results → Logout</a:t>
            </a:r>
          </a:p>
          <a:p>
            <a:r>
              <a:rPr dirty="0"/>
              <a:t>Student: Register → Login → View Result → Logout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1D02F-C1FC-D776-D795-AF6938D04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C1468-31CB-E746-FC05-4A1364F01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Flow Diagram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998B5B-5C0E-29F8-3604-0FBF21316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757" y="661601"/>
            <a:ext cx="8678486" cy="5534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931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Tables: admin, students, marks</a:t>
            </a:r>
          </a:p>
          <a:p>
            <a:r>
              <a:rPr dirty="0"/>
              <a:t>admin: id, username, password</a:t>
            </a:r>
          </a:p>
          <a:p>
            <a:r>
              <a:rPr dirty="0"/>
              <a:t>students: id, </a:t>
            </a:r>
            <a:r>
              <a:rPr dirty="0" err="1"/>
              <a:t>roll_no</a:t>
            </a:r>
            <a:r>
              <a:rPr dirty="0"/>
              <a:t>, name, email, password, class</a:t>
            </a:r>
          </a:p>
          <a:p>
            <a:r>
              <a:rPr dirty="0"/>
              <a:t>marks: id, </a:t>
            </a:r>
            <a:r>
              <a:rPr dirty="0" err="1"/>
              <a:t>roll_no</a:t>
            </a:r>
            <a:r>
              <a:rPr dirty="0"/>
              <a:t>, language1, language2, </a:t>
            </a:r>
            <a:r>
              <a:rPr dirty="0" err="1"/>
              <a:t>maths</a:t>
            </a:r>
            <a:r>
              <a:rPr dirty="0"/>
              <a:t>, science, social, total, grade</a:t>
            </a:r>
          </a:p>
          <a:p>
            <a:r>
              <a:rPr dirty="0" err="1"/>
              <a:t>marks.roll_no</a:t>
            </a:r>
            <a:r>
              <a:rPr dirty="0"/>
              <a:t> is a foreign key referencing </a:t>
            </a:r>
            <a:r>
              <a:rPr dirty="0" err="1"/>
              <a:t>students.roll_no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Screenshots / Key Pages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IN" dirty="0"/>
          </a:p>
          <a:p>
            <a:r>
              <a:rPr lang="en-IN" dirty="0"/>
              <a:t>Home Page</a:t>
            </a:r>
          </a:p>
          <a:p>
            <a:r>
              <a:rPr dirty="0"/>
              <a:t>Admin Login Page</a:t>
            </a:r>
          </a:p>
          <a:p>
            <a:r>
              <a:rPr dirty="0"/>
              <a:t>Admin Dashboard</a:t>
            </a:r>
          </a:p>
          <a:p>
            <a:r>
              <a:rPr dirty="0"/>
              <a:t>Add Student Form</a:t>
            </a:r>
          </a:p>
          <a:p>
            <a:r>
              <a:rPr dirty="0"/>
              <a:t>Add Marks Form</a:t>
            </a:r>
          </a:p>
          <a:p>
            <a:r>
              <a:rPr dirty="0"/>
              <a:t>Student Login Page</a:t>
            </a:r>
          </a:p>
          <a:p>
            <a:r>
              <a:rPr dirty="0"/>
              <a:t>Student Result View Page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Secure login with hashed passwords</a:t>
            </a:r>
          </a:p>
          <a:p>
            <a:r>
              <a:rPr dirty="0"/>
              <a:t>Search results by roll number</a:t>
            </a:r>
          </a:p>
          <a:p>
            <a:r>
              <a:rPr dirty="0"/>
              <a:t>Modular layout using header/footer includes</a:t>
            </a:r>
          </a:p>
          <a:p>
            <a:r>
              <a:rPr dirty="0"/>
              <a:t>Responsive design using Bootstrap</a:t>
            </a:r>
          </a:p>
          <a:p>
            <a:r>
              <a:rPr dirty="0"/>
              <a:t>JavaScript form validation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Export results as PDF</a:t>
            </a:r>
          </a:p>
          <a:p>
            <a:r>
              <a:rPr dirty="0"/>
              <a:t>Email result to student</a:t>
            </a:r>
          </a:p>
          <a:p>
            <a:r>
              <a:rPr dirty="0"/>
              <a:t>Graphical result analysis</a:t>
            </a:r>
          </a:p>
          <a:p>
            <a:r>
              <a:rPr dirty="0"/>
              <a:t>Student profile pictures</a:t>
            </a:r>
          </a:p>
          <a:p>
            <a:r>
              <a:rPr dirty="0"/>
              <a:t>Admin analytics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8098971" cy="359931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The Student Result Management System provides a reliable and user-friendly way for schools and institutions to manage academic records.</a:t>
            </a:r>
          </a:p>
          <a:p>
            <a:endParaRPr dirty="0"/>
          </a:p>
          <a:p>
            <a:r>
              <a:rPr dirty="0"/>
              <a:t>✅ Secure admin and student login</a:t>
            </a:r>
          </a:p>
          <a:p>
            <a:r>
              <a:rPr dirty="0"/>
              <a:t>✅ Easy marks entry and result viewing</a:t>
            </a:r>
          </a:p>
          <a:p>
            <a:r>
              <a:rPr dirty="0"/>
              <a:t>✅ Reduces manual effort and improves accuracy</a:t>
            </a:r>
          </a:p>
          <a:p>
            <a:endParaRPr dirty="0"/>
          </a:p>
          <a:p>
            <a:r>
              <a:rPr dirty="0"/>
              <a:t>This system promotes transparency and efficiency in academic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271</TotalTime>
  <Words>366</Words>
  <Application>Microsoft Office PowerPoint</Application>
  <PresentationFormat>On-screen Show (4:3)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Trebuchet MS</vt:lpstr>
      <vt:lpstr>Berlin</vt:lpstr>
      <vt:lpstr>Student Result Management System</vt:lpstr>
      <vt:lpstr>Technologies Used</vt:lpstr>
      <vt:lpstr>Project Modules</vt:lpstr>
      <vt:lpstr>Visual Flow Diagram</vt:lpstr>
      <vt:lpstr>Visual Flow Diagram</vt:lpstr>
      <vt:lpstr>Database Design</vt:lpstr>
      <vt:lpstr>Screenshots / Key Pages</vt:lpstr>
      <vt:lpstr>Key Features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Vijaya Ravichandaran</dc:creator>
  <cp:keywords/>
  <dc:description>generated using python-pptx</dc:description>
  <cp:lastModifiedBy>Vijaya Ravichandaran</cp:lastModifiedBy>
  <cp:revision>4</cp:revision>
  <dcterms:created xsi:type="dcterms:W3CDTF">2013-01-27T09:14:16Z</dcterms:created>
  <dcterms:modified xsi:type="dcterms:W3CDTF">2025-05-21T09:41:04Z</dcterms:modified>
  <cp:category/>
</cp:coreProperties>
</file>